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N3MO: The Code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Deterministic code context for the modern SDLC.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Zero-hallucination code intelligence for enterprise,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banks, and governments.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The Problem: AI is Blind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Copilot writes bad code. RAG hallucinates.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PRs take too long because humans can't map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  10,000 files in their heads.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Enterprise code requires certainty, not probability.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The Solution: Deterministic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We built a deterministic code engine.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- 0 LLMs. Pure structural AST analysis.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- 0 API calls. 100% air-gapped security.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- 0 code stored externally.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The Proof: Enterprise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Tested on TensorFlow (36,000 files):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Indexed in &lt;15 minutes locally.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- 480,000+ call edges mapped.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Sub-second query 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Traction: Bottom-Up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- 8,000+ PyPI Downloads.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Developers are adopting N3MO to fix their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  PR workflows today.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Purely organic. Zero marketing spend.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The Wedge: Pull Request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Open-source PRs -&gt; Team Adoption -&gt; Enterprise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We infiltrate teams by halving the time it takes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to review a complex PR.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The Future: AI's Nervous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N3MO isn't just a tool; it's the mandatory data pipeline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for autonomous coding agents.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When million-agent swarms write software, they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will use N3MO to understand the codebase.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The Ask: $500K Pre-Seed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Solo technical founder (Raj Shekhar).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Raising $500,000 to hire elite engineers.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Goal: Secure first 5 enterprise pilots.</a:t>
            </a:r>
          </a:p>
          <a:p>
            <a:pPr>
              <a:defRPr sz="3600">
                <a:solidFill>
                  <a:srgbClr val="DCDCDC"/>
                </a:solidFill>
                <a:latin typeface="Arial"/>
              </a:defRPr>
            </a:pPr>
            <a:r>
              <a:t>- Mindset: Lean, focused, ramen-profitable.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