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137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7315200" cy="1371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2801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800" b="1">
                <a:solidFill>
                  <a:srgbClr val="F8FAFC"/>
                </a:solidFill>
                <a:latin typeface="Segoe UI"/>
              </a:defRPr>
            </a:pPr>
            <a:r>
              <a:t>N3MO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>
                <a:solidFill>
                  <a:srgbClr val="06B6D4"/>
                </a:solidFill>
                <a:latin typeface="Segoe UI"/>
              </a:defRPr>
            </a:pPr>
            <a:r>
              <a:t>The Deterministic Code Intelligence Layer.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137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7315200" cy="1371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Segoe UI"/>
              </a:defRPr>
            </a:pPr>
            <a:r>
              <a:t>The Problem: AI is Blind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Hallucinations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Copilot writes bad code because it relies on probabilistic RAG instead of structure.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Slow PRs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Human reviewers cannot mentally map the blast radius across a 10,000-file monorepo.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Security Risks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Banks and defense sectors cannot exfiltrate code to external APIs. They need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137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7315200" cy="1371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Segoe UI"/>
              </a:defRPr>
            </a:pPr>
            <a:r>
              <a:t>The Solution: Deterministic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2801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600"/>
              </a:spcAft>
              <a:defRPr sz="3800">
                <a:solidFill>
                  <a:srgbClr val="94A3B8"/>
                </a:solidFill>
                <a:latin typeface="Segoe UI"/>
              </a:defRPr>
            </a:pPr>
            <a:r>
              <a:t>■  0 LLMs. Pure structural AST graph analysis.</a:t>
            </a:r>
          </a:p>
          <a:p>
            <a:pPr>
              <a:spcAft>
                <a:spcPts val="3600"/>
              </a:spcAft>
              <a:defRPr sz="3800">
                <a:solidFill>
                  <a:srgbClr val="94A3B8"/>
                </a:solidFill>
                <a:latin typeface="Segoe UI"/>
              </a:defRPr>
            </a:pPr>
            <a:r>
              <a:t>■  0 API calls. 100% air-gapped security out of the box.</a:t>
            </a:r>
          </a:p>
          <a:p>
            <a:pPr>
              <a:spcAft>
                <a:spcPts val="3600"/>
              </a:spcAft>
              <a:defRPr sz="3800">
                <a:solidFill>
                  <a:srgbClr val="94A3B8"/>
                </a:solidFill>
                <a:latin typeface="Segoe UI"/>
              </a:defRPr>
            </a:pPr>
            <a:r>
              <a:t>■  0 code stored externally. Ultimate privacy for enterprises.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137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7315200" cy="1371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Segoe UI"/>
              </a:defRPr>
            </a:pPr>
            <a:r>
              <a:t>The Proof: Enterprise Scale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36,000 Files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The massive TensorFlow monorepo indexed completely locally.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14 Minutes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From zero to full graph extraction in under 15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&lt; 200 ms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Sub-second query times across 480,000+ recursive call edges.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137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7315200" cy="1371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Segoe UI"/>
              </a:defRPr>
            </a:pPr>
            <a:r>
              <a:t>Traction: Bottom-Up Adoption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2801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600"/>
              </a:spcAft>
              <a:defRPr sz="3800">
                <a:solidFill>
                  <a:srgbClr val="94A3B8"/>
                </a:solidFill>
                <a:latin typeface="Segoe UI"/>
              </a:defRPr>
            </a:pPr>
            <a:r>
              <a:t>■  8,000+ PyPI Downloads.</a:t>
            </a:r>
          </a:p>
          <a:p>
            <a:pPr>
              <a:spcAft>
                <a:spcPts val="3600"/>
              </a:spcAft>
              <a:defRPr sz="3800">
                <a:solidFill>
                  <a:srgbClr val="94A3B8"/>
                </a:solidFill>
                <a:latin typeface="Segoe UI"/>
              </a:defRPr>
            </a:pPr>
            <a:r>
              <a:t>■  Adopted organically by developers to fix their daily PR workflows.</a:t>
            </a:r>
          </a:p>
          <a:p>
            <a:pPr>
              <a:spcAft>
                <a:spcPts val="3600"/>
              </a:spcAft>
              <a:defRPr sz="3800">
                <a:solidFill>
                  <a:srgbClr val="94A3B8"/>
                </a:solidFill>
                <a:latin typeface="Segoe UI"/>
              </a:defRPr>
            </a:pPr>
            <a:r>
              <a:t>■  Zero marketing spend. Pure product-led growth.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137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7315200" cy="1371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Segoe UI"/>
              </a:defRPr>
            </a:pPr>
            <a:r>
              <a:t>The Wedge: Pull Requests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1. Open Source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OSS Maintainers use N3MO to map dependencies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2. Team Adoption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Maintainers bring it to their corporate engineering teams.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3. Enterprise CI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Security teams mandate it for air-gapped CI/CD pipelines.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137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7315200" cy="1371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Segoe UI"/>
              </a:defRPr>
            </a:pPr>
            <a:r>
              <a:t>Competitive Moat vs All-in-Ones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Speed &amp; Focus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Unlike heavy platforms (Repowise, Sonar), N3MO does one thing perfectly: deterministic blast-radius mapping.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8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Zero Hallucination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Competitors use LLMs for analysis. N3MO uses pure math and ASTs—no drift, no embedding costs.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2560320"/>
            <a:ext cx="393192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2834640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6B6D4"/>
                </a:solidFill>
                <a:latin typeface="Segoe UI"/>
              </a:defRPr>
            </a:pPr>
            <a:r>
              <a:t>Frictionless CI/CD</a:t>
            </a: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</a:p>
          <a:p>
            <a:pPr>
              <a:defRPr sz="2400">
                <a:solidFill>
                  <a:srgbClr val="F8FAFC"/>
                </a:solidFill>
                <a:latin typeface="Segoe UI"/>
              </a:defRPr>
            </a:pPr>
            <a:r>
              <a:t>N3MO targets the exact pain point: automatic PR webhooks with zero config. No local servers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0" cy="137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0" y="0"/>
            <a:ext cx="7315200" cy="1371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Segoe UI"/>
              </a:defRPr>
            </a:pPr>
            <a:r>
              <a:t>The Ask: $500K Pre-Seed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2801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600"/>
              </a:spcAft>
              <a:defRPr sz="3800">
                <a:solidFill>
                  <a:srgbClr val="94A3B8"/>
                </a:solidFill>
                <a:latin typeface="Segoe UI"/>
              </a:defRPr>
            </a:pPr>
            <a:r>
              <a:t>■  Solo technical founder: Raj Shekhar (Architect of N3MO).</a:t>
            </a:r>
          </a:p>
          <a:p>
            <a:pPr>
              <a:spcAft>
                <a:spcPts val="3600"/>
              </a:spcAft>
              <a:defRPr sz="3800">
                <a:solidFill>
                  <a:srgbClr val="94A3B8"/>
                </a:solidFill>
                <a:latin typeface="Segoe UI"/>
              </a:defRPr>
            </a:pPr>
            <a:r>
              <a:t>■  Goal: Secure first 5 enterprise pilots &amp; hire elite founding engineers.</a:t>
            </a:r>
          </a:p>
          <a:p>
            <a:pPr>
              <a:spcAft>
                <a:spcPts val="3600"/>
              </a:spcAft>
              <a:defRPr sz="3800">
                <a:solidFill>
                  <a:srgbClr val="94A3B8"/>
                </a:solidFill>
                <a:latin typeface="Segoe UI"/>
              </a:defRPr>
            </a:pPr>
            <a:r>
              <a:t>■  Mindset: Ultra-lean, obsessed with engineering, ramen-profitable.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