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aj shekhar\.gemini\antigravity-ide\brain\d9265a7f-60e6-4b5f-8bb8-c449a97dd9bd\n3mo_hero_amber_17826451480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400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N3MO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65760" y="1920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Any Codebase.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Instantly.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365760" y="3200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Intelligence Engine for Engineering Teams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 Shekhar  |  raj_shekhar@n3mo.shop  |  n3mo.shop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0" y="1097280"/>
            <a:ext cx="2468880" cy="2560320"/>
          </a:xfrm>
          <a:prstGeom prst="roundRect">
            <a:avLst>
              <a:gd name="adj" fmla="val 4444"/>
            </a:avLst>
          </a:prstGeom>
          <a:solidFill>
            <a:srgbClr val="0D0F1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2801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9×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640080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indexing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baseline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aj shekhar\.gemini\antigravity-ide\brain\d9265a7f-60e6-4b5f-8bb8-c449a97dd9bd\n3mo_abstract_dark_17826451663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are flying blind in large codebases.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5760" y="15087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691640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6576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 Tax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75488" y="28346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engineers spend days tracing call chains before writing a single line.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00400" y="15087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69164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0040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Fear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310128" y="28346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Refactors stall because teams cannot confidently predict the blast radius of a change.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035040" y="15087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691640"/>
            <a:ext cx="502920" cy="5029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35040" y="2331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Switching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144768" y="28346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bounce between editors, GitHub, and grep to answer simple structural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aj shekhar\.gemini\antigravity-ide\brain\d9265a7f-60e6-4b5f-8bb8-c449a97dd9bd\n3mo_abstract_dark_17826451663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N3MO maps any codebase in minutes and answers dependency queries in under 150ms.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65760" y="182880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2402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128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Indexing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24128" y="23042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Tree-sitter parses symbols, types, and call edges across 100K+ LOC repositories.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17720" y="182880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240280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76088" y="1938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 Engine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276088" y="230428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CTEs traverse dependency graphs returning impact queries in &lt;150ms.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65760" y="333756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749040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24128" y="3447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Reindexing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024128" y="38130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Webhook-driven incremental updates keep the graph fresh on every push.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617720" y="333756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3749040"/>
            <a:ext cx="384048" cy="38404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76088" y="3447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Everywhere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5276088" y="38130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(Cursor, Windsurf), PyPI package, and REST API. One install,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 Performance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Benchmarked on Django — a real production codebase.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67335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3,021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Indexed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5087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67335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43K+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Symbols Mapped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67335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181K+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035040" y="24231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Edges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36499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2.5min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65760" y="4114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Index 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3200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36499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9×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200400" y="4114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 Achieved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336499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&lt;150ms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035040" y="4114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Query Time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Shipped. Distributed. Live.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N3MO is not a prototype — it's in production.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011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PyPI Package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24128" y="2103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 install n3mo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0" y="15087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20116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58768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App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858768" y="2103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reindexing on push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150876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20116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93408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693408" y="21031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Cursor · Claude Desktop · Windsurf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365760" y="3200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7033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4128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PulseMCP Listed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24128" y="3794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Overview indexed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00400" y="3200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37033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58768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Pricing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858768" y="3794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3/$10 · 10/$25 · Unlimited/$98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035040" y="320040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632" y="370332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93408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Traction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693408" y="37947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active users · 10 GitHub stars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engineering team is a potential customer.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6276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Devs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19933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contributors, freelancers, and solo builders navigating unfamiliar repos.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0604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587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Eng Teams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14400" y="2953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5–50 engineers onboarding fast, shipping faster, terrified of legacy code.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61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5478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914400" y="39136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 engineer orgs where a single blind refactor can cost millions.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120640" y="914400"/>
            <a:ext cx="2743200" cy="2743200"/>
          </a:xfrm>
          <a:prstGeom prst="ellipse">
            <a:avLst/>
          </a:prstGeom>
          <a:solidFill>
            <a:srgbClr val="D97706">
              <a:alpha val="40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120640" y="173736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$28B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532120" y="1325880"/>
            <a:ext cx="1920240" cy="1920240"/>
          </a:xfrm>
          <a:prstGeom prst="ellipse">
            <a:avLst/>
          </a:prstGeom>
          <a:solidFill>
            <a:srgbClr val="F59E0B">
              <a:alpha val="4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532120" y="1901952"/>
            <a:ext cx="1920240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$4B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920740" y="1714500"/>
            <a:ext cx="1143000" cy="1143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920740" y="2057400"/>
            <a:ext cx="1143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— repository-count tiers. Simple pricing, instant value.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repos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devs &amp; contributors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59E0B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91840" y="21945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$25/mo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9184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70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repos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0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engineering teams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42976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0F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0D0F15"/>
          </a:solidFill>
          <a:ln w="12700">
            <a:solidFill>
              <a:srgbClr val="1E233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126480" y="21945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$98/mo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126480" y="2926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teams &amp; enterprises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Founder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8755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Solo-built N3MO end-to-end: architecture, backend, DevOps, and distribution.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420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645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Intern at ISRO — selected for mission-critical systems work.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22576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23042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B.Tech Electrical Engineering, DTU (2027).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80944"/>
            <a:ext cx="256032" cy="2560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296265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systems engineering background: C, C++, Python, PostgreSQL, Linux.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39312"/>
            <a:ext cx="256032" cy="2560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2960" y="36210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GSoC attempt revealed the exact developer pain point N3MO solves.</a:t>
            </a:r>
            <a:endParaRPr lang="en-US" sz="1200" dirty="0"/>
          </a:p>
        </p:txBody>
      </p:sp>
      <p:sp>
        <p:nvSpPr>
          <p:cNvPr id="13" name="Shape 6"/>
          <p:cNvSpPr/>
          <p:nvPr/>
        </p:nvSpPr>
        <p:spPr>
          <a:xfrm>
            <a:off x="5029200" y="731520"/>
            <a:ext cx="3749040" cy="4023360"/>
          </a:xfrm>
          <a:prstGeom prst="roundRect">
            <a:avLst>
              <a:gd name="adj" fmla="val 2927"/>
            </a:avLst>
          </a:prstGeom>
          <a:solidFill>
            <a:srgbClr val="0D0F15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7"/>
          <p:cNvSpPr/>
          <p:nvPr/>
        </p:nvSpPr>
        <p:spPr>
          <a:xfrm>
            <a:off x="502920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Antler?</a:t>
            </a:r>
            <a:endParaRPr lang="en-US" sz="22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1508760"/>
            <a:ext cx="256032" cy="25603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577840" y="1490472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N3MO is built and live — I need co-founder chemistry and enterprise intros, not ideation.</a:t>
            </a:r>
            <a:endParaRPr lang="en-US" sz="120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080" y="2167128"/>
            <a:ext cx="256032" cy="25603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577840" y="2148840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Antler's network accelerates the path from 8 active users to 100 paying teams.</a:t>
            </a:r>
            <a:endParaRPr lang="en-US" sz="12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080" y="2825496"/>
            <a:ext cx="256032" cy="25603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577840" y="280720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for a GTM or design co-founder to pair with my engineering depth.</a:t>
            </a:r>
            <a:endParaRPr lang="en-US" sz="12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12080" y="3483864"/>
            <a:ext cx="256032" cy="256032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577840" y="346557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$10K MRR within 6 months of the program.</a:t>
            </a:r>
            <a:endParaRPr lang="en-US" sz="1200" dirty="0"/>
          </a:p>
        </p:txBody>
      </p:sp>
      <p:sp>
        <p:nvSpPr>
          <p:cNvPr id="23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n3mo.shop  |  raj_shekhar@n3mo.shop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N3MO Pitch Deck</dc:title>
  <dc:subject>PptxGenJS Presentation</dc:subject>
  <dc:creator>PptxGenJS</dc:creator>
  <cp:lastModifiedBy>PptxGenJS</cp:lastModifiedBy>
  <cp:revision>1</cp:revision>
  <dcterms:created xsi:type="dcterms:W3CDTF">2026-06-28T11:13:50Z</dcterms:created>
  <dcterms:modified xsi:type="dcterms:W3CDTF">2026-06-28T11:13:50Z</dcterms:modified>
</cp:coreProperties>
</file>